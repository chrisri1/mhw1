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9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58C2C8-8DC1-8FC5-3056-6F6FE772B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75E4AA0-1584-1434-484A-F10258962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3B9B0B-E9FA-38AF-AA19-18010680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5B665A-DDF2-B930-CC61-22BBF44B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E06FD7-A7A8-7D5A-7445-31139A6E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9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C0ACFE-DA71-F144-1761-2236CC6E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DBCD00-A6B7-5738-1952-CF6958B8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F5DA30-8F40-27EB-D97D-BD92EEEA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408B4B-D0CA-2922-E657-43D7240B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A85481-46EB-97A2-D462-3D4E29AF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73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2A9EF8-DCEA-7F64-2D1E-F5A415B4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857888-06B6-1560-29DE-FCC0B053C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4E175E-1BE5-A9F3-CF2E-854E9F4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8AF0B3-04A6-2EB6-D377-39153FCF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95A1CB-65E0-8471-B0EC-085E3F5D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02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9730CC-4E43-481A-118B-FC2B2782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F73B4F-897B-9977-C221-BA8EC364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49B87BF-B967-0063-1524-D8C071A24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6AC2A6E-27A8-0559-2AF2-9DC1FE84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B8379-B461-936E-11E2-96699DEE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0CD911-EB18-B808-9941-E23050D8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14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933394-CCA6-6975-94C6-CC693096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73DACB-049D-3E81-C7CB-D8BC05A4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02D6EC-D4C1-D7E0-2F75-1DEFDCBE9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F78E0D1-81C7-D89B-4E0C-68F12AFA3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F4C16A2-AF54-19CD-CD44-4CF019849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3CB9609-27BC-8AD4-55AD-C1C0FB0E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0E62D69-C1B6-A6B1-2F6C-DF71D24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A5F9C9-634A-D2C4-89B9-4576BC86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135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ADA6A2-C9CC-9A49-D80C-E7241226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BAE667-564C-3EAF-867E-C72F7C3C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B24A610-23E3-3734-FCB2-8EDC7E21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F065F6-7F01-BC12-46F7-FFDA6815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934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600E07B-1580-0715-0228-8C54476B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6892F59-BC2A-FF12-BAFA-4A707B03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E1EE04-F9E1-4A4A-B6B5-681C0779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439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0E623E-D905-23DA-DF1F-36EDFFEB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900388-2774-B129-B1F9-195A82294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2DAAB8-D876-CF0C-8E2B-52308A5C6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6312B8-CFE8-AC93-5A24-629689FD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63A165-FCA1-138A-3F3B-E044847A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9F6079-AA2E-22D1-AAF0-973DA986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02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17CF6C-E179-1BC1-8E31-DB330B9B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C44AB92-1F41-31B3-08E6-4410867DE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FF8948-91CA-8B6C-B104-815FA3FDB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E6F7116-219D-8942-F16F-32DD560E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4C42C2-CCD7-88A6-2203-16960925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C62EAB-7460-AA93-0BB1-79DE9BEC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04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2C2BA-A73A-510C-6B3A-3D19C0CF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A1A12E-9F81-5982-5B48-5CF697A98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B310AF-9BEE-0295-CA29-FA4D794F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1FF95B-D4F1-A09D-16ED-7F58FDDB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40901D-A81C-DED7-E1EC-98A77154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005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0D5A6B8-337C-BB84-D927-6ABC51015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8AFEB6-9DD5-B07C-E3F4-DD5432810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D41AFB-71E0-ACCF-BF5C-797C9D01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908D58-6120-7027-BFE2-D23B5AAC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EF1413-6DD6-C3C0-74B5-BF170C81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924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2BED7A3-83A1-6464-25F0-090DE5258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14ECC5-2880-16FF-8F81-226FDE0F6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D99416-111D-2E2D-CCC3-19751A96A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C591C-CF9C-499A-A93B-C6A8F5CA2078}" type="datetimeFigureOut">
              <a:rPr lang="it-IT" smtClean="0"/>
              <a:t>24/03/2024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6CCD48-BF78-AC17-2D21-59F37FD40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1449D8-878D-3C48-5BD6-C42BCEFD1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5778E-356D-42D6-B572-8E249B1F65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855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09C42-E6D6-C0F5-4359-DE6F76E79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DB0F237-A949-490F-A5D5-44A151A23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05AA26E-A865-0342-C9F7-14249C34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27"/>
            <a:ext cx="12192000" cy="53080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9ED25B-A321-4E1C-B1AF-F5C65E7C0E90}"/>
              </a:ext>
            </a:extLst>
          </p:cNvPr>
          <p:cNvSpPr txBox="1"/>
          <p:nvPr/>
        </p:nvSpPr>
        <p:spPr>
          <a:xfrm>
            <a:off x="854439" y="179882"/>
            <a:ext cx="553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https://twitter.com/home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78355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Christian rizzo</dc:creator>
  <cp:lastModifiedBy>Christian rizzo</cp:lastModifiedBy>
  <cp:revision>1</cp:revision>
  <dcterms:created xsi:type="dcterms:W3CDTF">2024-03-24T17:23:12Z</dcterms:created>
  <dcterms:modified xsi:type="dcterms:W3CDTF">2024-03-24T17:24:46Z</dcterms:modified>
</cp:coreProperties>
</file>